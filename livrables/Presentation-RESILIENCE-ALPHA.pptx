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1E4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61E48"/>
                </a:solidFill>
                <a:latin typeface="Arial"/>
              </a:rPr>
              <a:t>Latence auth p95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Latence auth p95 (ms)</c:v>
                </c:pt>
              </c:strCache>
            </c:strRef>
          </c:tx>
          <c:spPr>
            <a:solidFill>
              <a:srgbClr val="4B3F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1E4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Normal</c:v>
                  </c:pt>
                  <c:pt idx="1">
                    <c:v>Sous 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1E4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1E4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4B3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932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EPSI BAC+5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RESILIENCE-ALPHA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Cyber-résilience et reprise autonome d'une plateforme de paiement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Tout système finit par tomber. La vraie question : le vôtre saura-t-il se relever seul ? 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Workshop2026-M2-G&lt;n&gt;  ·  Octobre 2026  ·  github.com/bigwihodari/Resilience-Alpha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en un coup d'œil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82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de paiement fictive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API, authentification, base de données — conteneurisée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788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825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attaque réelle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27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depuis un poste distinct (déni de service, injection SQL)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968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détection par machine learning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370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non de simples seuils fixes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5074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5111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remédiation automatique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 : une transaction réussit après l'incident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Toute intervention humaine pendant la démo = 0/5 sur l'axe remédiation.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: deux postes, une chaîne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PC HÔTE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+ cockpit (une seule app)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api · auth · db · detector ML · orchestrateur · observabilité (Prometheus/Grafana/Loki)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PC ATTAQUANT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1031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unique dédiée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d'attaque (DoS, injection SQL) + indicateurs temps réel + liens vers la cible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Wi-Fi du groupe  ·  RESILIENCE-G&lt;n&gt;  ·  192.168.137.x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résilience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+ attaque  →  métriques &amp; logs  →  détecteur ML (score)  →  orchestrateur (décision + action)  →  vérification canari  →  cockpit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DU SUJET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autonome (zéro intervention)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le PC attaquant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34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52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playbook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bouclier / WAF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424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4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canari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mesuré : ~15 s entre la détection et le service rétabli.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par machine learning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Isolation Forest apprend la « vie normale » (débit, erreurs) ; une distance standardisée à la normale déclenche l'alerte. Aucun seuil codé en dur.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7744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2377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7512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d'anomalie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2926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44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44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→ anomalie détectée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429768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75120" y="4480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 auth sous attaque : ×30   ·   Latence : ×5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937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persisté (pas de ré-apprentissage au redémarrage). Assistant RAG local (Ollama + LangChain) pour aider l'opérateur.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REMÉDIATION AUTONOME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incidents, deux réponses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Déni de service → DISPONIBILITÉ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Détection ML (débit, latence, erreurs)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Bouclier anti-DoS (load-shedding) sur l'auth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par transaction canari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Relâche automatique en fin d'attaque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 Injection SQL → COMPROMISSION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Blocage par le WAF applicatif (403)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Contrôle d'intégrité des données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Restauration d'un état sain si altération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: aucune donnée altérée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maîtrisés : l'orchestrateur agit via une API d'administration scoped (pas d'accès god-mode aux conteneurs).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&amp; sécurité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applicatif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SQLi/XSS bloqués (403) + métrique +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SOC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Prometheus + vue SOC du cockpit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chiffrés (SOPS + age), rien en clair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Durcissement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no-new-privileges, base non exposée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8056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Moindre privilège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d'admin dédié à l'orchestrateur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&amp; logs exploitables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&amp; ESSAIS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de fonctionnement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vérifications de recette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8328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s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détection → reprise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sans humain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5256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748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bloquées (WAF)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749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opérationnels + modèle ML entraîné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245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→ reprise autonome + bouclier actif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00016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réussie PENDANT l'attaque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1755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SQL contenue par le WAF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09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confirmée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6126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finale réussie après incidents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&amp; conformité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EBIOS RM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920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reliés à l'architecture et aux attaques réellement testées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906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/ PRA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vitaux, RTO ~15 s mesuré, 2 playbooks, responsabilités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2793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NIS2 / DORA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42976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Exigences pertinentes vs non démontrables en 4 jours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: industrialiser la reprise (HA + WAF réseau) · formaliser la notification d'incident · tests de résilience réguliers.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de jouer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Attaquez le système, laissez-le se défendre, et prouvez qu'il se relève seul.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ML  ·  Remédiation zero-touch  ·  Preuve par transaction  ·  5 piliers interconnectés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github.com/bigwihodari/Resilience-Alpha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RESILIENCE-ALPHA</dc:title>
  <dc:subject>PptxGenJS Presentation</dc:subject>
  <dc:creator>Consortium Workshop2026-M2</dc:creator>
  <cp:lastModifiedBy>Consortium Workshop2026-M2</cp:lastModifiedBy>
  <cp:revision>1</cp:revision>
  <dcterms:created xsi:type="dcterms:W3CDTF">2026-10-19T12:43:17Z</dcterms:created>
  <dcterms:modified xsi:type="dcterms:W3CDTF">2026-10-19T12:43:17Z</dcterms:modified>
</cp:coreProperties>
</file>