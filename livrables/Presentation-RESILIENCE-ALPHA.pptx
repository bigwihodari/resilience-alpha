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914400"/>
            <a:ext cx="2651760" cy="384048"/>
          </a:xfrm>
          <a:prstGeom prst="roundRect">
            <a:avLst>
              <a:gd name="adj" fmla="val 47619"/>
            </a:avLst>
          </a:prstGeom>
          <a:solidFill>
            <a:srgbClr val="4B3F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9326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EPSI BAC+5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GUARD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26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 sécurité &amp; de résilience « plug-and-protect » pour toute application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404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On ne réécrit pas chaque app pour la protéger. On pose un module devant — et il s'en charge. 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: Téo Debay · Timéo Quehen · Hodari Bigwi · Théo Vambre · Adrien Planquelle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Consortium Workshop2026-M2-G&lt;n&gt;  ·  Octobre 2026  ·  github.com/bigwihodari/Resilience-Alpha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problème, et notre réponse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4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+ superviser une app = ~10 outils à intégrer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cas par cas, dans chaque projet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Long, coûteux, hétérogène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reprise après incident dépend d'humains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Guard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19456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module unique, réutilisable, autonome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Installé en 1 commande DEVANT l'app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toucher au code de l'app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+ KPI + IA + remédiation + HA + assistant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cockpit unique prêt à l'emploi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Plug-and-protect » — en une commande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1E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PROTECTED_UPSTREAM=http://mon-app:8000  docker compose -f docker-compose.module.yml up -d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1752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 tourne derrière la passerelle du module (reverse-proxy)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variable : l'URL amont de l'app (dockerisée ou non)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servie + protégée + supervisée — cockpit prêt à l'emploi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Démontré sur une app de paiement ET une app vierge (site statique)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module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7007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Passerelle WAF + proxy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17007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(OWASP), proxifie, expose les métriques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170078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/ DEV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39572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505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/ Grafana / Loki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505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dashboards, logs centralisés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784080" y="24505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455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1520" y="32004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Détecteur (Isolation Forest)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004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d'anomalie sur le trafic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784080" y="32004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95020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Orchestrateur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950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Remédiation autonome (bouclier, vérif, intégrité)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784080" y="3950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/ 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64515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31520" y="470001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RAG (Ollama)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7000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 ; lit les logs/erreurs en direct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784080" y="470001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39496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31520" y="544982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Cockpit + overlay HA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54498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unique + bascule/retour automatiques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784080" y="54498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/ INFRA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&amp; INFRA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conteneurisé (Docker Compose) ; le module est un OVERLAY superposé à l'app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modification du code applicatif — découplage total, réversible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Passerelle FastAPI + httpx : WAF, délestage, proxy, métriques, /health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: Prometheus (débit, latence p95, 4xx/5xx, CPU/mém, WAF), Grafana, Loki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de base pré-tirées → builds reproductibles en labo isolé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/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sur le trafic (débit, erreurs)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d'anomalie continu + seuil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 PAR IP : monte/décroît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Blocage PROBABILISTE et ISOLÉ (le suspect seul)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4023360"/>
          </a:xfrm>
          <a:prstGeom prst="roundRect">
            <a:avLst>
              <a:gd name="adj" fmla="val 1818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RAG auto-rempli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860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local (modèle ≤ 8B) + embeddings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indexée (FAISS)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logs/erreurs serveur LUS EN DIRECT (Loki)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Sait dire ce qui se passe (WAF, 403, bascules)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privilèges : il lit, il n'agit pas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— défense &amp; remédiation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applicatif : signatures OWASP (SQLi, XSS…) → requêtes bloquées en 403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Remédiation autonome (zéro-touch) : détecte → décide → agit (bouclier) → vérifie → journalise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maîtrisés : pas de god-mode, API d'administration restreinte et tracée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par IP + blocage probabiliste : on ralentit/stoppe l'attaquant, pas les clients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/ RÉSILIENCE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(failover)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Reverse-proxy de bascule devant 2 passerelles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KO → trafic routé sur le secours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 s, sans intervention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394960" cy="2743200"/>
          </a:xfrm>
          <a:prstGeom prst="roundRect">
            <a:avLst>
              <a:gd name="adj" fmla="val 2667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(failback)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8600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rétabli → réconciliation d'état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reprend la main automatiquement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en direct dans le cockpit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61E4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la techno HA est conservée et démontrable — la continuité ne dépend pas d'un humain.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 — un produit réutilisable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 : même socle sécurité/observabilité sur TOUTES les apps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Time-to-protect : app non protégée → supervisée + résiliente en 1 commande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Autonomie d'exploitation : remédiation sans astreinte + assistant qui explique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Réversibilité : overlay découplé, ajouté/retiré sans toucher à l'app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PREUVE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&amp; résultats (local)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7922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normal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179222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Cockpit : KPI live ; détecteur CLEAR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SQL ' OR 1=1--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254203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403 + waf_blocked_total 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23697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Montée en charge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3291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 ↑ → bouclier + vérif + journal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86784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40416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Panne du principal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404164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Bascule auto &lt; 8 s, retour auto ensuite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365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479145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à l'assistant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479145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8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citant les logs/erreurs réels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EBIOS RM · NIS2 · DORA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&amp; conformité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EBIOS RM : DoS → détection+bouclier+HA ; injection → WAF+intégrité ; panne → failover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PCA/PRA : HA (bascule/retour auto) + remédiation zéro-touch = socle de continuité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NIS2/DORA : détection &amp; gestion d'incidents, résilience opérationnelle, journalisation, WAF</a:t>
            </a:r>
            <a:endParaRPr lang="en-US" sz="15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 direction : adopter le module comme socle standard ; alertes cockpit → astreinte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8288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Téo Debay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module, passerelle, intégration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31520" y="26700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Timéo Quehen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6700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Observabilité (Prometheus/Grafana/Loki), cockpit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419856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31520" y="351129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Hodari Bigwi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51129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IA, orchestrateur de remédiation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6110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31520" y="43525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Théo Vambre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35254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disponibilité, bascule/retour, infra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0235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0F8"/>
          </a:solidFill>
          <a:ln/>
          <a:effectLst>
            <a:outerShdw sx="100000" sy="100000" kx="0" ky="0" algn="bl" rotWithShape="0" blurRad="76200" dist="25400" dir="540000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51937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B3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Adrien Planquelle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519379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1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(WAF), assistant RAG, démonstrateurs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Guard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Protéger, superviser et faire se relever n'importe quelle app — en une commande.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4E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questions 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1A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github.com/bigwihodari/Resilience-Alpha · module/README.md · données et attaques fictives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RESILIENCE GUARD</dc:title>
  <dc:subject>PptxGenJS Presentation</dc:subject>
  <dc:creator>Consortium Workshop2026-M2</dc:creator>
  <cp:lastModifiedBy>Consortium Workshop2026-M2</cp:lastModifiedBy>
  <cp:revision>1</cp:revision>
  <dcterms:created xsi:type="dcterms:W3CDTF">2026-10-20T18:12:54Z</dcterms:created>
  <dcterms:modified xsi:type="dcterms:W3CDTF">2026-10-20T18:12:54Z</dcterms:modified>
</cp:coreProperties>
</file>