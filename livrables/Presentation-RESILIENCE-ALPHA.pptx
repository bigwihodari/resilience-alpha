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1E48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61E48"/>
                </a:solidFill>
                <a:latin typeface="Arial"/>
              </a:rPr>
              <a:t>Latence auth p95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Latence auth p95 (ms)</c:v>
                </c:pt>
              </c:strCache>
            </c:strRef>
          </c:tx>
          <c:spPr>
            <a:solidFill>
              <a:srgbClr val="4B3F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1E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Normal</c:v>
                  </c:pt>
                  <c:pt idx="1">
                    <c:v>Sous DoS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490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61E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1E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2377440" cy="384048"/>
          </a:xfrm>
          <a:prstGeom prst="roundRect">
            <a:avLst>
              <a:gd name="adj" fmla="val 47619"/>
            </a:avLst>
          </a:prstGeom>
          <a:solidFill>
            <a:srgbClr val="4B3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932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EPSI BAC+5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RESILIENCE-ALPHA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1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Cyber-résilience et reprise autonome d'une plateforme de paiement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4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Tout système finit par tomber. La vraie question : le vôtre saura-t-il se relever seul ? »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: Téo Debay · Timéo Quehen · Hodari Bigwi · Théo Vambre · Adrien Planquelle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Workshop2026-M2-G&lt;n&gt;  ·  Octobre 2026  ·  github.com/bigwihodari/Resilience-Alpha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MISSION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 en un coup d'œil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6824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de paiement fictive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84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front, API, authentification, base de données — conteneurisée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2788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8254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attaque réelle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227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lancée depuis un poste distinct (déni de service, injection SQL)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3931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9684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détection par machine learning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370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non de simples seuils fixes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5074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51114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remédiation automatique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5513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: une transaction réussit après l'incident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Toute intervention humaine pendant la démo = 0/5 sur l'axe remédiation.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: deux postes, une chaîne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PC HÔTE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+ cockpit (une seule app)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api · auth · db · detector ML · orchestrateur · observabilité (Prometheus/Grafana/Loki)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BE8E6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PC ATTAQUANT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1031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unique dédiée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d'attaque (DoS, injection SQL) + indicateurs temps réel + liens vers la cible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Wi-Fi du groupe  ·  RESILIENCE-G&lt;n&gt;  ·  192.168.137.x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261E4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résilience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4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+ attaque  →  métriques &amp; logs  →  détecteur ML (score)  →  orchestrateur (décision + action)  →  vérification canari  →  cockpit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HÔTE · RÔLE BANQUIER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banquier : les comptes en temps réel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Ce que voit le banquier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Tous les comptes clients + leurs soldes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Masse monétaire totale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Créditer / débiter n'importe quel compte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Historique des mouvements par client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Mise à jour EN TEMPS RÉEL (WebSocket)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aucun rafraîchissement manuel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3F3E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Accès strictement réservé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77440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Rôle « banker » porté par le JWT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Endpoints /bank/* protégés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client normal reçoit 403 (vérifié)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banquier est exclu de l'annuaire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 clients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5212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de démo : banquier / password123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ATTAQUANT · 7 VECTEURS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Attaquant : attaques multiples simultanées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vecteurs lançables un par un, à plusieurs, ou TOUS d'un coup (« tout lancer ») pour saturer et faire tomber le serveur principal — ce qui déclenche justement la bascule vers le secours.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4414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352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dos_auth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46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de /auth/login (bcrypt coûteux)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23317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74720" y="24414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9352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246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SQL → WAF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23317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63640" y="24414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9352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api_flood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246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l'API + la base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15400" y="23317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052560" y="24414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29352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3246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→ WAF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959352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85800" y="4069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5628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cred_stuffing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8737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bourrage d'identifiants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3959352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474720" y="4069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45628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notfound_flood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48737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 de 404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3959352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263640" y="4069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45628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slowloris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48737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connexions lentes maintenues ouvertes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par vecteur + agrégées · métriques Prometheus par vecteur.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DU SUJET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autonome (zéro intervention)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2286000"/>
            <a:ext cx="548640" cy="548640"/>
          </a:xfrm>
          <a:prstGeom prst="ellipse">
            <a:avLst/>
          </a:prstGeom>
          <a:solidFill>
            <a:srgbClr val="4B3F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230428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le PC attaquant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34640" y="210312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286000"/>
            <a:ext cx="548640" cy="548640"/>
          </a:xfrm>
          <a:prstGeom prst="ellipse">
            <a:avLst/>
          </a:prstGeom>
          <a:solidFill>
            <a:srgbClr val="4B3F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230428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20640" y="210312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2286000"/>
            <a:ext cx="548640" cy="548640"/>
          </a:xfrm>
          <a:prstGeom prst="ellipse">
            <a:avLst/>
          </a:prstGeom>
          <a:solidFill>
            <a:srgbClr val="4B3F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52160" y="230428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playbook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06640" y="210312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2286000"/>
            <a:ext cx="548640" cy="548640"/>
          </a:xfrm>
          <a:prstGeom prst="ellipse">
            <a:avLst/>
          </a:prstGeom>
          <a:solidFill>
            <a:srgbClr val="4B3F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38160" y="230428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bouclier / WAF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92640" y="210312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E3F3E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424160" y="2286000"/>
            <a:ext cx="548640" cy="548640"/>
          </a:xfrm>
          <a:prstGeom prst="ellipse">
            <a:avLst/>
          </a:prstGeom>
          <a:solidFill>
            <a:srgbClr val="4B3F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424160" y="230428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canari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mesuré : ~15 s entre la détection et le service rétabli.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/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par machine learning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Isolation Forest apprend la « vie normale » (débit, erreurs) ; une distance standardisée à la normale déclenche l'alerte. Aucun seuil codé en dur.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377440"/>
          <a:ext cx="5669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23774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67512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d'anomalie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926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ctr" indent="0" marL="0">
              <a:buNone/>
            </a:pPr>
            <a:r>
              <a:rPr lang="en-US" sz="440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4400" b="1" dirty="0">
                <a:solidFill>
                  <a:srgbClr val="C24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3703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→ anomalie détectée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92240" y="429768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675120" y="4480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 auth sous attaque : ×30   ·   Latence : ×5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49377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persisté (pas de ré-apprentissage au redémarrage). Assistant RAG local (Ollama + LangChain) pour aider l'opérateur.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REMÉDIATION AUTONOME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incidents, deux réponses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3F3E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Déni de service → DISPONIBILITÉ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Détection ML (débit, latence, erreurs)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Bouclier anti-DoS (load-shedding) sur l'auth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Vérification par transaction canari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Relâche automatique en fin d'attaque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BE8E6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Injection SQL → COMPROMISSION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7744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Blocage par le WAF applicatif (403)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Contrôle d'intégrité des données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Restauration d'un état sain si altération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Vérification : aucune donnée altérée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maîtrisés : l'orchestrateur agit via une API d'administration scoped (pas d'accès god-mode aux conteneurs).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 5 PC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disponibilité : le service ne tombe pas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Topologie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HOST-PRINCIPAL : serveur + cockpit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HOST-BACKUP : réplique le principal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(comptes + clés d'idempotence)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CLIENT-A / CLIENT-B : app de paiement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(login + recherche + transfert)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ATTAQUANT : vise le principal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E3F3E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8105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Bascule &amp; reprise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86000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 serveur principal tombe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 client bascule AUTOMATIQUEMENT sur le backup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 transaction en cours est REPRISE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(clé d'idempotence) — sans double débit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Service maintenu, zéro intervention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5212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 failover : 13 / 13 ✓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DISPO · ESSAI VÉRIFIÉ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 prouvée : failover → failback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FBE8E6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556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Bascule (failover)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12848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échecs de réplication consécutifs (2 s)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SECOURS est promu automatiquement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 clients basculent via nginx (upstream)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Clés d'idempotence → reprise exactly-once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(pas de double débit)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cockpit hôte reste vivant (son nginx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bascule aussi)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E3F3E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7556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Retour (failback)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12848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principal se répare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secours lui REJOUE son état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(réconciliation — rien de perdu)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Puis repasse en mode réplication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principal reprend la main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261E4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Essai bout en bout — la preuve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sert → arrêt → ~6–11 s : SECOURS promu → crédit de 50 € PENDANT la panne (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787 € → 837 €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redémarrage → ~15 s : retour au PRINCIPAL, solde lu =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837 €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aucune transaction perdue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Défense &amp; sécurité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applicatif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SQLi/XSS bloqués (403) + métrique + log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8056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SOC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880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Prometheus + vue SOC du cockpit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880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chiffrés (SOPS + age), rien en clair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4023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Durcissement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983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no-new-privileges, base non exposée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840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480560" y="4023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Moindre privilège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983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d'admin dédié à l'orchestrateur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3840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0" y="4023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983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&amp; logs exploitables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 &amp; ESSAIS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de fonctionnement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261E4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vérifications de recette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261E4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1874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s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détection → reprise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261E4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874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reprise sans humain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6459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261E4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52560" y="1874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748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bloquées (WAF)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749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opérationnels + modèle ML entraîné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2245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→ reprise autonome + bouclier actif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7000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réussie PENDANT l'attaque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1755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SQL contenue par le WAF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6509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 des données confirmée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6126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finale réussie après incidents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&amp; conformité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019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EBIOS RM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9202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reliés à l'architecture et aux attaques réellement testées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0906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/ PRA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1089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vitaux, RTO ~15 s mesuré, 2 playbooks, responsabilités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42793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NIS2 / DORA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42976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 pertinentes vs non démontrables en 4 jours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86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: industrialiser la reprise (HA + WAF réseau) · formaliser la notification d'incident · tests de résilience réguliers.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INTERACTIVE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hacker : voler… ou se faire bloquer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« Reconnaissance / Opération » ajoutée à la console attaquant : un jeu d'équilibre.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9385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2938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discrète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4942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fuite progressive : comptes, soldes approximatifs, livret d'épargne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8254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8163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Astuces débloquées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13639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minuteur (compte à rebours) ET à chaque attaque réussie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371246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7033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plafonné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02336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 atomique, jamais négatif, plafonné par coup et en cumulé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48970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1520" y="45994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59028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IA + réponse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91032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butin anormal ou attaque trop forte → blocage (cooldown)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37667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EF0F8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1520" y="5486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47725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secours + butin annulé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5797296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l'argent volé ne « gagne » pas si l'IA bascule à temps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Doser : jouer discret rapporte un petit butin ; forcer déclenche le blocage, la bascule et la restauration.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61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 de jouer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Attaquez le système, laissez-le se défendre, et prouvez qu'il se relève seul.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4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ML  ·  Remédiation zero-touch  ·  Preuve par transaction  ·  5 piliers interconnectés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github.com/bigwihodari/Resilience-Alpha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RESILIENCE-ALPHA</dc:title>
  <dc:subject>PptxGenJS Presentation</dc:subject>
  <dc:creator>Consortium Workshop2026-M2</dc:creator>
  <cp:lastModifiedBy>Consortium Workshop2026-M2</cp:lastModifiedBy>
  <cp:revision>1</cp:revision>
  <dcterms:created xsi:type="dcterms:W3CDTF">2026-10-20T13:20:26Z</dcterms:created>
  <dcterms:modified xsi:type="dcterms:W3CDTF">2026-10-20T13:20:26Z</dcterms:modified>
</cp:coreProperties>
</file>