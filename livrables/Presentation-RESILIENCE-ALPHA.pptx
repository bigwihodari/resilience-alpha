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61E48"/>
                </a:solidFill>
                <a:latin typeface="Arial"/>
              </a:defRPr>
            </a:pPr>
            <a:r>
              <a:rPr sz="1400" b="0" i="0" u="none" strike="noStrike">
                <a:solidFill>
                  <a:srgbClr val="261E48"/>
                </a:solidFill>
                <a:latin typeface="Arial"/>
              </a:rPr>
              <a:t>Latence auth p95 (ms)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Latence auth p95 (ms)</c:v>
                </c:pt>
              </c:strCache>
            </c:strRef>
          </c:tx>
          <c:spPr>
            <a:solidFill>
              <a:srgbClr val="4B3F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61E4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Normal</c:v>
                  </c:pt>
                  <c:pt idx="1">
                    <c:v>Sous DoS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95</c:v>
                </c:pt>
                <c:pt idx="1">
                  <c:v>490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261E4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61E4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1E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914400"/>
            <a:ext cx="2377440" cy="384048"/>
          </a:xfrm>
          <a:prstGeom prst="roundRect">
            <a:avLst>
              <a:gd name="adj" fmla="val 47619"/>
            </a:avLst>
          </a:prstGeom>
          <a:solidFill>
            <a:srgbClr val="4B3F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9326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EPSI BAC+5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82880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RESILIENCE-ALPHA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0175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1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Cyber-résilience et reprise autonome d'une plateforme de paiement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4E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Tout système finit par tomber. La vraie question : le vôtre saura-t-il se relever seul ? »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7548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 : Téo Debay · Timéo Quehen · Hodari Bigwi · Théo Vambre · Adrien Planquelle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Consortium Workshop2026-M2-G&lt;n&gt;  ·  Octobre 2026  ·  github.com/bigwihodari/Resilience-Alpha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MISSION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défi en un coup d'œil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64592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💳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682496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plateforme de paiement fictive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08483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front, API, authentification, base de données — conteneurisée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" y="278892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⚔️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2825496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attaque réelle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322783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lancée depuis un poste distinct (déni de service, injection SQL)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31520" y="393192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645920" y="3968496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détection par machine learning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645920" y="437083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non de simples seuils fixes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31520" y="507492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5111496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remédiation automatique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645920" y="551383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preuve : une transaction réussit après l'incident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Toute intervention humaine pendant la démo = 0/5 sur l'axe remédiation.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: deux postes, une chaîne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1828800"/>
          </a:xfrm>
          <a:prstGeom prst="roundRect">
            <a:avLst>
              <a:gd name="adj" fmla="val 4000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691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PC HÔTE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0312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 + cockpit (une seule app)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· api · auth · db · detector ML · orchestrateur · observabilité (Prometheus/Grafana/Loki)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55448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BE8E6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0080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⚔️ PC ATTAQUANT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210312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unique dédiée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d'attaque (DoS, injection SQL) + indicateurs temps réel + liens vers la cible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611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Wi-Fi du groupe  ·  RESILIENCE-G&lt;n&gt;  ·  192.168.137.x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4206240"/>
            <a:ext cx="11064240" cy="2011680"/>
          </a:xfrm>
          <a:prstGeom prst="roundRect">
            <a:avLst>
              <a:gd name="adj" fmla="val 3636"/>
            </a:avLst>
          </a:prstGeom>
          <a:solidFill>
            <a:srgbClr val="261E4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22960" y="4343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 de résilience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4E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trafic + attaque  →  métriques &amp; logs  →  détecteur ML (score)  →  orchestrateur (décision + action)  →  vérification canari  →  cockpit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 DU SUJET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boucle autonome (zéro intervention)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011680" cy="2011680"/>
          </a:xfrm>
          <a:prstGeom prst="roundRect">
            <a:avLst>
              <a:gd name="adj" fmla="val 3636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80160" y="2286000"/>
            <a:ext cx="548640" cy="548640"/>
          </a:xfrm>
          <a:prstGeom prst="ellipse">
            <a:avLst/>
          </a:prstGeom>
          <a:solidFill>
            <a:srgbClr val="4B3FA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2304288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971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Attaque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3832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depuis le PC attaquant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834640" y="2103120"/>
            <a:ext cx="2011680" cy="2011680"/>
          </a:xfrm>
          <a:prstGeom prst="roundRect">
            <a:avLst>
              <a:gd name="adj" fmla="val 3636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66160" y="2286000"/>
            <a:ext cx="548640" cy="548640"/>
          </a:xfrm>
          <a:prstGeom prst="ellipse">
            <a:avLst/>
          </a:prstGeom>
          <a:solidFill>
            <a:srgbClr val="4B3FA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66160" y="2304288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2926080" y="2971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33832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120640" y="2103120"/>
            <a:ext cx="2011680" cy="2011680"/>
          </a:xfrm>
          <a:prstGeom prst="roundRect">
            <a:avLst>
              <a:gd name="adj" fmla="val 3636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52160" y="2286000"/>
            <a:ext cx="548640" cy="548640"/>
          </a:xfrm>
          <a:prstGeom prst="ellipse">
            <a:avLst/>
          </a:prstGeom>
          <a:solidFill>
            <a:srgbClr val="4B3F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852160" y="2304288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971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212080" y="33832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bon playbook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406640" y="2103120"/>
            <a:ext cx="2011680" cy="2011680"/>
          </a:xfrm>
          <a:prstGeom prst="roundRect">
            <a:avLst>
              <a:gd name="adj" fmla="val 3636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38160" y="2286000"/>
            <a:ext cx="548640" cy="548640"/>
          </a:xfrm>
          <a:prstGeom prst="ellipse">
            <a:avLst/>
          </a:prstGeom>
          <a:solidFill>
            <a:srgbClr val="4B3FA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138160" y="2304288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0" y="2971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0" y="33832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bouclier / WAF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92640" y="2103120"/>
            <a:ext cx="2011680" cy="2011680"/>
          </a:xfrm>
          <a:prstGeom prst="roundRect">
            <a:avLst>
              <a:gd name="adj" fmla="val 3636"/>
            </a:avLst>
          </a:prstGeom>
          <a:solidFill>
            <a:srgbClr val="E3F3EC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424160" y="2286000"/>
            <a:ext cx="548640" cy="548640"/>
          </a:xfrm>
          <a:prstGeom prst="ellipse">
            <a:avLst/>
          </a:prstGeom>
          <a:solidFill>
            <a:srgbClr val="4B3FA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424160" y="2304288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9784080" y="2971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784080" y="33832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canari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754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 mesuré : ~15 s entre la détection et le service rétabli.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/ DATA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par machine learning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Isolation Forest apprend la « vie normale » (débit, erreurs) ; une distance standardisée à la normale déclenche l'alerte. Aucun seuil codé en dur.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377440"/>
          <a:ext cx="56692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492240" y="2377440"/>
            <a:ext cx="5120640" cy="1691640"/>
          </a:xfrm>
          <a:prstGeom prst="roundRect">
            <a:avLst>
              <a:gd name="adj" fmla="val 4324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6675120" y="25146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d'anomalie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675120" y="29260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pPr algn="ctr" indent="0" marL="0">
              <a:buNone/>
            </a:pPr>
            <a:r>
              <a:rPr lang="en-US" sz="440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ctr" indent="0" marL="0">
              <a:buNone/>
            </a:pPr>
            <a:r>
              <a:rPr lang="en-US" sz="4400" b="1" dirty="0">
                <a:solidFill>
                  <a:srgbClr val="C24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6675120" y="3703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→ anomalie détectée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92240" y="429768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675120" y="44805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Débit auth sous attaque : ×30   ·   Latence : ×5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675120" y="493776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persisté (pas de ré-apprentissage au redémarrage). Assistant RAG local (Ollama + LangChain) pour aider l'opérateur.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REMÉDIATION AUTONOME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incidents, deux réponses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E3F3EC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8288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🌊 Déni de service → DISPONIBILITÉ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77440"/>
            <a:ext cx="5029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Détection ML (débit, latence, erreurs)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Bouclier anti-DoS (load-shedding) sur l'auth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Vérification par transaction canari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Relâche automatique en fin d'attaque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FBE8E6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46520" y="1828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💉 Injection SQL → COMPROMISSION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237744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Blocage par le WAF applicatif (403)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Contrôle d'intégrité des données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Restauration d'un état sain si altération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Vérification : aucune donnée altérée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maîtrisés : l'orchestrateur agit via une API d'administration scoped (pas d'accès god-mode aux conteneurs).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MONTAGE 5 PC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Haute disponibilité : le service ne tombe pas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86400" cy="4114800"/>
          </a:xfrm>
          <a:prstGeom prst="roundRect">
            <a:avLst>
              <a:gd name="adj" fmla="val 1778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81051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Topologie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86000"/>
            <a:ext cx="5074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HOST-PRINCIPAL : serveur + cockpit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HOST-BACKUP : réplique le principal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(comptes + clés d'idempotence)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CLIENT-A / CLIENT-B : app de paiement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(login + recherche + transfert)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ATTAQUANT : vise le principal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394960" cy="4114800"/>
          </a:xfrm>
          <a:prstGeom prst="roundRect">
            <a:avLst>
              <a:gd name="adj" fmla="val 1778"/>
            </a:avLst>
          </a:prstGeom>
          <a:solidFill>
            <a:srgbClr val="E3F3EC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46520" y="181051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Bascule &amp; reprise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2286000"/>
            <a:ext cx="4983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Le serveur principal tombe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Le client bascule AUTOMATIQUEMENT sur le backup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La transaction en cours est REPRISE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(clé d'idempotence) — sans double débit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Service maintenu, zéro intervention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52120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Recette failover : 13 / 13 ✓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CYBERSÉCURITÉ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Défense &amp; sécurité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9202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514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 applicatif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88036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SQLi/XSS bloqués (403) + métrique +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97680" y="173736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480560" y="19202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514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 SOC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480560" y="288036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 + Prometheus + vue SOC du cockpit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173736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0" y="19202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2514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288036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chiffrés (SOPS + age), rien en clair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31520" y="40233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6177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Durcissement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498348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no-new-privileges, base non exposée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297680" y="384048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480560" y="40233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4480560" y="46177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Moindre privilège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480560" y="498348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d'admin dédié à l'orchestrateur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046720" y="384048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229600" y="40233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46177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Observabilité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0" y="498348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métriques &amp; logs exploitables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RECETTE &amp; ESSAIS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Preuves de fonctionnement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261E4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8745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15/15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vérifications de recette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83280" y="16459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261E4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383280" y="18745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s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26974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 détection → reprise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261E4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217920" y="18745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6974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reprise sans humain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52560" y="16459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261E4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052560" y="18745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748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0" y="26974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requêtes bloquées (WAF)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7490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opérationnels + modèle ML entraîné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2245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→ reprise autonome + bouclier actif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700016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réussie PENDANT l'attaque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175504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SQL contenue par le WAF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565099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Intégrité des données confirmée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61264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finale réussie après incidents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Gouvernance &amp; conformité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90195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EBIOS RM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566160" y="192024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Risques reliés à l'architecture et aux attaques réellement testées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92608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309067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/ PRA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310896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vitaux, RTO ~15 s mesuré, 2 playbooks, responsabilités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411480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427939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NIS2 / DORA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429768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Exigences pertinentes vs non démontrables en 4 jours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4864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Recommandations : industrialiser la reprise (HA + WAF réseau) · formaliser la notification d'incident · tests de résilience réguliers.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61E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vous de jouer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1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Attaquez le système, laissez-le se défendre, et prouvez qu'il se relève seul.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4E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ML  ·  Remédiation zero-touch  ·  Preuve par transaction  ·  5 piliers interconnectés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github.com/bigwihodari/Resilience-Alpha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RESILIENCE-ALPHA</dc:title>
  <dc:subject>PptxGenJS Presentation</dc:subject>
  <dc:creator>Consortium Workshop2026-M2</dc:creator>
  <cp:lastModifiedBy>Consortium Workshop2026-M2</cp:lastModifiedBy>
  <cp:revision>1</cp:revision>
  <dcterms:created xsi:type="dcterms:W3CDTF">2026-10-19T13:54:21Z</dcterms:created>
  <dcterms:modified xsi:type="dcterms:W3CDTF">2026-10-19T13:54:21Z</dcterms:modified>
</cp:coreProperties>
</file>